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D30A7-1CFB-4733-8058-5FF82D6266D8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11492-FAA6-4690-B600-711AF812B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125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D30A7-1CFB-4733-8058-5FF82D6266D8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11492-FAA6-4690-B600-711AF812B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433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D30A7-1CFB-4733-8058-5FF82D6266D8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11492-FAA6-4690-B600-711AF812B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898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D30A7-1CFB-4733-8058-5FF82D6266D8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11492-FAA6-4690-B600-711AF812B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5440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D30A7-1CFB-4733-8058-5FF82D6266D8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11492-FAA6-4690-B600-711AF812B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183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D30A7-1CFB-4733-8058-5FF82D6266D8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11492-FAA6-4690-B600-711AF812B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157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D30A7-1CFB-4733-8058-5FF82D6266D8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11492-FAA6-4690-B600-711AF812B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60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D30A7-1CFB-4733-8058-5FF82D6266D8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11492-FAA6-4690-B600-711AF812B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938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D30A7-1CFB-4733-8058-5FF82D6266D8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11492-FAA6-4690-B600-711AF812B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800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D30A7-1CFB-4733-8058-5FF82D6266D8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11492-FAA6-4690-B600-711AF812B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548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D30A7-1CFB-4733-8058-5FF82D6266D8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11492-FAA6-4690-B600-711AF812B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573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FC8D30A7-1CFB-4733-8058-5FF82D6266D8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88811492-FAA6-4690-B600-711AF812B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4025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9F860-B9EC-F961-9289-7D1A5D68F5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Inventory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107C3C-CEB0-5066-21E7-99AC0EA280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Visual Studio code / jupyter notebook</a:t>
            </a:r>
          </a:p>
        </p:txBody>
      </p:sp>
    </p:spTree>
    <p:extLst>
      <p:ext uri="{BB962C8B-B14F-4D97-AF65-F5344CB8AC3E}">
        <p14:creationId xmlns:p14="http://schemas.microsoft.com/office/powerpoint/2010/main" val="275786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60DDBC-6A08-D079-B82B-454A6B7D24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7988"/>
            <a:ext cx="8770373" cy="655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09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180E69-539D-C089-E1EB-209F754414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16" y="0"/>
            <a:ext cx="109089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269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529660-6ACA-7E3C-3A45-D9AA3F2396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74" y="-78657"/>
            <a:ext cx="9604042" cy="664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918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0B6A1F-60F3-4307-42BE-F6DF35AB67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780" y="0"/>
            <a:ext cx="97904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346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4610A0-D337-F8C9-F388-9FB0C9AE18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398" y="0"/>
            <a:ext cx="96532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767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25BF53-B069-632B-F87A-549579280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0768"/>
            <a:ext cx="12192000" cy="5936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962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078FCA-3E14-9B0B-8384-4DB80424FA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333" y="0"/>
            <a:ext cx="114273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96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3A1617-1413-B23F-D80D-501A9FB44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13" y="0"/>
            <a:ext cx="110589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403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3EB631-CE9E-41C7-75E2-0BABE7DA3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466" y="63909"/>
            <a:ext cx="7779596" cy="6730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696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9153BF-7DB8-93A1-B0F9-06B2D690EC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174" y="0"/>
            <a:ext cx="100436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457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B40585-D156-10D6-5F24-2FF56E7F96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568" y="0"/>
            <a:ext cx="11166863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4078AE-87FE-73A1-FB1B-E7E580C34E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206" y="0"/>
            <a:ext cx="108075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162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81751C-5023-A12A-831A-65D8FF7E2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0" y="0"/>
            <a:ext cx="812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202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8415A0-275B-8DF0-A01D-F24491EC36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5342"/>
            <a:ext cx="12192000" cy="626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735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60D5FC-A3EB-8E0C-5F76-C65682CF15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861" y="1118865"/>
            <a:ext cx="9326277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17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16C072-CFFA-0DF5-C580-38BEC170C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5260"/>
            <a:ext cx="12192000" cy="610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701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68A925-577B-8487-3F83-08C188BAD4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9135"/>
            <a:ext cx="12192000" cy="639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3995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AE00A9-3916-1B6E-EF7C-25B3EC2883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54" y="412955"/>
            <a:ext cx="10821416" cy="542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7644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393C7B-15C0-350A-32AA-3A5B770927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89" y="0"/>
            <a:ext cx="11909063" cy="6828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3771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469A33-F83D-D3C5-413A-53F55FA17A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7379"/>
            <a:ext cx="12192000" cy="534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2548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97F66A-C371-F560-F2D9-7200670DFB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87" y="501445"/>
            <a:ext cx="10584036" cy="543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7393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50151A-0BD3-77E4-8F52-2E19D41954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66" y="0"/>
            <a:ext cx="111346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3798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EE08E5-987C-4641-DBDE-D2CD697B31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4663"/>
            <a:ext cx="12192000" cy="528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7F4B4B-3B0A-F22A-8F61-888DE361D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572" y="823549"/>
            <a:ext cx="9716856" cy="521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9600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32F348-91A7-6E07-FCBE-3B56F61DD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94" y="0"/>
            <a:ext cx="118524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0104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FD1FDD-E99D-89BF-F423-758945EA27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966" y="952154"/>
            <a:ext cx="9974067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773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2E3BFC-DECC-46A9-18BF-0E2BCDB4B8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529"/>
            <a:ext cx="12192000" cy="6726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1962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9AE958-8225-2D19-D220-82FD6C3943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5619"/>
            <a:ext cx="12192000" cy="478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8139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2DAC1F-D953-3A7D-03AF-8FD86A53CC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336" y="0"/>
            <a:ext cx="113013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613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</TotalTime>
  <Words>9</Words>
  <Application>Microsoft Office PowerPoint</Application>
  <PresentationFormat>Widescreen</PresentationFormat>
  <Paragraphs>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Theme</vt:lpstr>
      <vt:lpstr>Inventory Data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Shweta Gawali</dc:creator>
  <cp:lastModifiedBy>Shweta Gawali</cp:lastModifiedBy>
  <cp:revision>1</cp:revision>
  <dcterms:created xsi:type="dcterms:W3CDTF">2025-12-26T18:08:12Z</dcterms:created>
  <dcterms:modified xsi:type="dcterms:W3CDTF">2025-12-26T18:39:48Z</dcterms:modified>
</cp:coreProperties>
</file>